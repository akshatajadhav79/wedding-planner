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6" r:id="rId3"/>
    <p:sldId id="258" r:id="rId4"/>
    <p:sldId id="260" r:id="rId5"/>
    <p:sldId id="259" r:id="rId6"/>
    <p:sldId id="261" r:id="rId7"/>
    <p:sldId id="265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6CE40A-03C1-4439-9B64-8EC582404CDB}" v="31" dt="2023-10-24T09:12:38.4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11/25/2023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11/25/2023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11/25/2023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11/25/2023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11/25/2023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9907-2903-49EE-ECD6-CB2CA587A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dirty="0"/>
              <a:t> </a:t>
            </a:r>
            <a:r>
              <a:rPr lang="en-IN" sz="4000" dirty="0">
                <a:latin typeface="Bahnschrift SemiBold" panose="020B0502040204020203" pitchFamily="34" charset="0"/>
              </a:rPr>
              <a:t>WELCOME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AD36A-6DF0-0193-A661-F3074F0D0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 SemiBold" panose="020B0502040204020203" pitchFamily="34" charset="0"/>
              </a:rPr>
              <a:t>PRESENTED BY</a:t>
            </a:r>
          </a:p>
          <a:p>
            <a:pPr marL="0" indent="0">
              <a:buNone/>
            </a:pPr>
            <a:r>
              <a:rPr lang="en-IN" dirty="0"/>
              <a:t>                                </a:t>
            </a:r>
          </a:p>
          <a:p>
            <a:pPr marL="0" indent="0" algn="just">
              <a:buNone/>
            </a:pPr>
            <a:r>
              <a:rPr lang="en-IN" dirty="0"/>
              <a:t>                                             </a:t>
            </a:r>
            <a:r>
              <a:rPr lang="en-IN" sz="2000" dirty="0"/>
              <a:t>1. Sharvari Suresh Hodage</a:t>
            </a:r>
          </a:p>
          <a:p>
            <a:pPr marL="0" indent="0" algn="just">
              <a:buNone/>
            </a:pPr>
            <a:r>
              <a:rPr lang="en-IN" sz="2000" dirty="0"/>
              <a:t>                                         2. Padmaja Sanjay Patil</a:t>
            </a:r>
          </a:p>
          <a:p>
            <a:pPr marL="0" indent="0" algn="just">
              <a:buNone/>
            </a:pPr>
            <a:r>
              <a:rPr lang="en-IN" sz="2000" dirty="0"/>
              <a:t>                                         3. Kanchan Mahadev Kokitkar</a:t>
            </a:r>
          </a:p>
          <a:p>
            <a:pPr marL="0" indent="0" algn="just">
              <a:buNone/>
            </a:pPr>
            <a:r>
              <a:rPr lang="en-IN" sz="2000" dirty="0"/>
              <a:t>                                         4. Varsha Punappa Mane</a:t>
            </a:r>
          </a:p>
          <a:p>
            <a:pPr marL="0" indent="0">
              <a:buNone/>
            </a:pPr>
            <a:r>
              <a:rPr lang="en-IN" dirty="0"/>
              <a:t>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71966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5E4E-C9AC-1417-75D3-424FFF35E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0620" y="1828800"/>
            <a:ext cx="6662058" cy="2024744"/>
          </a:xfrm>
        </p:spPr>
        <p:txBody>
          <a:bodyPr/>
          <a:lstStyle/>
          <a:p>
            <a:r>
              <a:rPr lang="en-IN" sz="4800" dirty="0">
                <a:latin typeface="Bahnschrift SemiBold" panose="020B0502040204020203" pitchFamily="34" charset="0"/>
              </a:rPr>
              <a:t>Web application for wedding</a:t>
            </a:r>
            <a:br>
              <a:rPr lang="en-IN" sz="4800" dirty="0">
                <a:latin typeface="Bahnschrift SemiBold" panose="020B0502040204020203" pitchFamily="34" charset="0"/>
              </a:rPr>
            </a:br>
            <a:r>
              <a:rPr lang="en-IN" sz="4800" dirty="0">
                <a:latin typeface="Bahnschrift SemiBold" panose="020B0502040204020203" pitchFamily="34" charset="0"/>
              </a:rPr>
              <a:t>Planners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6BB05-8BAB-9912-7648-9485C810CA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3926" y="783771"/>
            <a:ext cx="2556587" cy="830425"/>
          </a:xfrm>
        </p:spPr>
        <p:txBody>
          <a:bodyPr>
            <a:normAutofit/>
          </a:bodyPr>
          <a:lstStyle/>
          <a:p>
            <a:r>
              <a:rPr lang="en-IN" dirty="0"/>
              <a:t>Project title</a:t>
            </a:r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40B073EF-52E3-4A1D-021F-7E4371E28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07" y="531845"/>
            <a:ext cx="3862873" cy="579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951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>
            <a:extLst>
              <a:ext uri="{FF2B5EF4-FFF2-40B4-BE49-F238E27FC236}">
                <a16:creationId xmlns:a16="http://schemas.microsoft.com/office/drawing/2014/main" id="{8CF6AC85-86EC-51FC-7BAA-A9BA121447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09527" y="3276599"/>
            <a:ext cx="2338873" cy="2338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C4FBBA-DE06-A8A0-0F92-A16FC6724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7309" y="2281776"/>
            <a:ext cx="2338873" cy="21022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A61243-ECA1-D81F-6C18-E45DB45FF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203" y="2219774"/>
            <a:ext cx="2338873" cy="22262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21BB16-1891-2FF4-8198-1BCDA3CB8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4498" y="2462240"/>
            <a:ext cx="2263003" cy="1617323"/>
          </a:xfrm>
          <a:prstGeom prst="rect">
            <a:avLst/>
          </a:prstGeom>
        </p:spPr>
      </p:pic>
      <p:sp>
        <p:nvSpPr>
          <p:cNvPr id="14" name="Cloud 13">
            <a:extLst>
              <a:ext uri="{FF2B5EF4-FFF2-40B4-BE49-F238E27FC236}">
                <a16:creationId xmlns:a16="http://schemas.microsoft.com/office/drawing/2014/main" id="{168EA00D-CAC1-FA0D-59D0-F469BA918FFB}"/>
              </a:ext>
            </a:extLst>
          </p:cNvPr>
          <p:cNvSpPr/>
          <p:nvPr/>
        </p:nvSpPr>
        <p:spPr>
          <a:xfrm>
            <a:off x="2448248" y="570222"/>
            <a:ext cx="2699657" cy="1419258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In there different types of organizers are listed 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237E96CB-E872-63C0-33F8-B3668282939C}"/>
              </a:ext>
            </a:extLst>
          </p:cNvPr>
          <p:cNvSpPr/>
          <p:nvPr/>
        </p:nvSpPr>
        <p:spPr>
          <a:xfrm>
            <a:off x="7576457" y="570222"/>
            <a:ext cx="2771192" cy="1547827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 dirty="0"/>
          </a:p>
          <a:p>
            <a:pPr algn="ctr"/>
            <a:r>
              <a:rPr lang="en-IN" sz="1600" b="1" dirty="0"/>
              <a:t>Customer can choose the organizer  according her needs.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1D1D97F-036D-4DAC-2B4B-8138AB833CC1}"/>
              </a:ext>
            </a:extLst>
          </p:cNvPr>
          <p:cNvSpPr/>
          <p:nvPr/>
        </p:nvSpPr>
        <p:spPr>
          <a:xfrm>
            <a:off x="4114800" y="3172408"/>
            <a:ext cx="663084" cy="256592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C573F9F9-6A6B-3087-1705-E516B9D73CFC}"/>
              </a:ext>
            </a:extLst>
          </p:cNvPr>
          <p:cNvSpPr/>
          <p:nvPr/>
        </p:nvSpPr>
        <p:spPr>
          <a:xfrm>
            <a:off x="7381503" y="3130942"/>
            <a:ext cx="671804" cy="279918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805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A18A0-0EEE-C67F-293B-CDCA83885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>
                <a:latin typeface="Arial Black" panose="020B0A04020102020204" pitchFamily="34" charset="0"/>
              </a:rPr>
              <a:t>In The Brief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FEBFE-043A-29C6-84E6-EEF5B40E9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806891" cy="3638680"/>
          </a:xfrm>
        </p:spPr>
        <p:txBody>
          <a:bodyPr>
            <a:normAutofit fontScale="92500"/>
          </a:bodyPr>
          <a:lstStyle/>
          <a:p>
            <a:r>
              <a:rPr lang="en-IN" dirty="0"/>
              <a:t> We give the two options for the users.</a:t>
            </a:r>
          </a:p>
          <a:p>
            <a:pPr marL="0" indent="0">
              <a:buNone/>
            </a:pPr>
            <a:r>
              <a:rPr lang="en-IN" dirty="0"/>
              <a:t>      a. sign in as customer ( where customer has been normally login the platform).</a:t>
            </a:r>
          </a:p>
          <a:p>
            <a:pPr marL="0" indent="0">
              <a:buNone/>
            </a:pPr>
            <a:r>
              <a:rPr lang="en-IN" dirty="0"/>
              <a:t>      b. sign in as organizer(where the organizer can create her portfolio and listed in the platform)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In there platform different organisers are listed with our work and its portfolio and its services.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Customer can choose the organizers according  its need.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 After that customer and organizer can directly contact to each other and done her deal with it.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4055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D7B58-0699-E15C-9CC4-9085646E4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2400" dirty="0">
                <a:latin typeface="Arial Black" panose="020B0A04020102020204" pitchFamily="34" charset="0"/>
              </a:rPr>
              <a:t>Customer can choose the organizer according her budget we provide the basic methods that are..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BBE412-D94E-3782-8638-E05B7A03B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607354"/>
              </p:ext>
            </p:extLst>
          </p:nvPr>
        </p:nvGraphicFramePr>
        <p:xfrm>
          <a:off x="1968760" y="2789853"/>
          <a:ext cx="7548465" cy="2637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155">
                  <a:extLst>
                    <a:ext uri="{9D8B030D-6E8A-4147-A177-3AD203B41FA5}">
                      <a16:colId xmlns:a16="http://schemas.microsoft.com/office/drawing/2014/main" val="1163868502"/>
                    </a:ext>
                  </a:extLst>
                </a:gridCol>
                <a:gridCol w="2516155">
                  <a:extLst>
                    <a:ext uri="{9D8B030D-6E8A-4147-A177-3AD203B41FA5}">
                      <a16:colId xmlns:a16="http://schemas.microsoft.com/office/drawing/2014/main" val="1221769389"/>
                    </a:ext>
                  </a:extLst>
                </a:gridCol>
                <a:gridCol w="2516155">
                  <a:extLst>
                    <a:ext uri="{9D8B030D-6E8A-4147-A177-3AD203B41FA5}">
                      <a16:colId xmlns:a16="http://schemas.microsoft.com/office/drawing/2014/main" val="493313353"/>
                    </a:ext>
                  </a:extLst>
                </a:gridCol>
              </a:tblGrid>
              <a:tr h="900404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pPr algn="ctr"/>
                      <a:r>
                        <a:rPr lang="en-IN" dirty="0"/>
                        <a:t>Basic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pPr algn="ctr"/>
                      <a:r>
                        <a:rPr lang="en-IN" dirty="0"/>
                        <a:t>Standard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  Premium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5712248"/>
                  </a:ext>
                </a:extLst>
              </a:tr>
              <a:tr h="900404"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The basic it rangers form the minimal budget form 40,000 to 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The standard it rangers form the minimal budget form 100000 to 500000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  <a:p>
                      <a:r>
                        <a:rPr lang="en-IN" dirty="0"/>
                        <a:t>The Premium it rangers form the minimal budget form 500000 to 700000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059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1613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E1AEA-997D-C84A-D5FA-8D2DD59F9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ahnschrift SemiBold" panose="020B0502040204020203" pitchFamily="34" charset="0"/>
              </a:rPr>
              <a:t>Objectives for developing this project.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5F0CD-1D59-5B68-793B-121E81D12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864498"/>
            <a:ext cx="8825659" cy="3155302"/>
          </a:xfrm>
        </p:spPr>
        <p:txBody>
          <a:bodyPr/>
          <a:lstStyle/>
          <a:p>
            <a:r>
              <a:rPr lang="en-IN" dirty="0"/>
              <a:t>All the needs are cover in only one platform of the customers.</a:t>
            </a:r>
          </a:p>
          <a:p>
            <a:r>
              <a:rPr lang="en-IN" dirty="0"/>
              <a:t>Organisers get her work through the multiple clients.</a:t>
            </a:r>
          </a:p>
          <a:p>
            <a:r>
              <a:rPr lang="en-IN" dirty="0"/>
              <a:t>Easy to mange the every event(function).</a:t>
            </a:r>
          </a:p>
          <a:p>
            <a:r>
              <a:rPr lang="en-IN" dirty="0"/>
              <a:t> selecting  or booking the menus are more comfort than offline meetings.</a:t>
            </a:r>
          </a:p>
          <a:p>
            <a:r>
              <a:rPr lang="en-IN" dirty="0"/>
              <a:t> customer can choose the organization team according her budget.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8213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26FAA4-7BC9-28A2-9DCD-DD99D5A30111}"/>
              </a:ext>
            </a:extLst>
          </p:cNvPr>
          <p:cNvSpPr/>
          <p:nvPr/>
        </p:nvSpPr>
        <p:spPr>
          <a:xfrm>
            <a:off x="5176985" y="57288"/>
            <a:ext cx="1455173" cy="412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User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0204F30-4AEC-B85A-9C2F-049E4EF2473C}"/>
              </a:ext>
            </a:extLst>
          </p:cNvPr>
          <p:cNvCxnSpPr>
            <a:cxnSpLocks/>
          </p:cNvCxnSpPr>
          <p:nvPr/>
        </p:nvCxnSpPr>
        <p:spPr>
          <a:xfrm>
            <a:off x="3480619" y="618127"/>
            <a:ext cx="0" cy="28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68EEC15-D52A-23B5-2933-34DC6EB1A10F}"/>
              </a:ext>
            </a:extLst>
          </p:cNvPr>
          <p:cNvCxnSpPr>
            <a:cxnSpLocks/>
          </p:cNvCxnSpPr>
          <p:nvPr/>
        </p:nvCxnSpPr>
        <p:spPr>
          <a:xfrm>
            <a:off x="8662218" y="618126"/>
            <a:ext cx="1" cy="286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E41622B-B25B-DEB2-2EFF-75A81C0E32D3}"/>
              </a:ext>
            </a:extLst>
          </p:cNvPr>
          <p:cNvCxnSpPr>
            <a:cxnSpLocks/>
          </p:cNvCxnSpPr>
          <p:nvPr/>
        </p:nvCxnSpPr>
        <p:spPr>
          <a:xfrm>
            <a:off x="3480619" y="618127"/>
            <a:ext cx="5181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C1F21D3-386C-5F7B-C545-A3EAAA905A37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5904572" y="470243"/>
            <a:ext cx="0" cy="147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BD9F15D-B830-C2DA-8F33-58C456DE438C}"/>
              </a:ext>
            </a:extLst>
          </p:cNvPr>
          <p:cNvSpPr/>
          <p:nvPr/>
        </p:nvSpPr>
        <p:spPr>
          <a:xfrm>
            <a:off x="2449595" y="905058"/>
            <a:ext cx="2136700" cy="2869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Became customer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F1C942-AD6C-8EEC-E0FF-95EA61CBE515}"/>
              </a:ext>
            </a:extLst>
          </p:cNvPr>
          <p:cNvSpPr/>
          <p:nvPr/>
        </p:nvSpPr>
        <p:spPr>
          <a:xfrm>
            <a:off x="7643032" y="905058"/>
            <a:ext cx="2136700" cy="2869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Became Organizer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15E7F4E-B43F-6144-D41D-1F3C3D8AE67B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3517945" y="1191984"/>
            <a:ext cx="0" cy="28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70896A3-B218-19CE-AB34-7875471D1920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8711382" y="1191984"/>
            <a:ext cx="0" cy="216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144A37E7-8A15-CD89-C3AB-A2304CDB3C26}"/>
              </a:ext>
            </a:extLst>
          </p:cNvPr>
          <p:cNvSpPr/>
          <p:nvPr/>
        </p:nvSpPr>
        <p:spPr>
          <a:xfrm>
            <a:off x="2449899" y="1478911"/>
            <a:ext cx="2136700" cy="3102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Successfully login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4257E01-6598-EB3C-32A3-58380C882BB8}"/>
              </a:ext>
            </a:extLst>
          </p:cNvPr>
          <p:cNvSpPr/>
          <p:nvPr/>
        </p:nvSpPr>
        <p:spPr>
          <a:xfrm>
            <a:off x="7643031" y="1408922"/>
            <a:ext cx="2173647" cy="4291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Successfully Register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537C0DB-4FD3-0D17-0CCB-436404ED512F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1343609" y="1634035"/>
            <a:ext cx="11062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EDB3E77-D046-FCE0-D9DF-3C812228E246}"/>
              </a:ext>
            </a:extLst>
          </p:cNvPr>
          <p:cNvCxnSpPr>
            <a:cxnSpLocks/>
          </p:cNvCxnSpPr>
          <p:nvPr/>
        </p:nvCxnSpPr>
        <p:spPr>
          <a:xfrm>
            <a:off x="1343609" y="1634035"/>
            <a:ext cx="0" cy="1551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BFD76C2-99F6-4F15-26FC-E1C08433E622}"/>
              </a:ext>
            </a:extLst>
          </p:cNvPr>
          <p:cNvSpPr/>
          <p:nvPr/>
        </p:nvSpPr>
        <p:spPr>
          <a:xfrm>
            <a:off x="611469" y="1789160"/>
            <a:ext cx="1569158" cy="954056"/>
          </a:xfrm>
          <a:prstGeom prst="roundRect">
            <a:avLst>
              <a:gd name="adj" fmla="val 990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Forgot pass/sign up phone number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24F388C-6564-56A2-7F4F-46CB84A59C4F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3517945" y="1789159"/>
            <a:ext cx="304" cy="286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C4BC060E-47ED-985E-31A4-3434EE23DC22}"/>
              </a:ext>
            </a:extLst>
          </p:cNvPr>
          <p:cNvSpPr/>
          <p:nvPr/>
        </p:nvSpPr>
        <p:spPr>
          <a:xfrm>
            <a:off x="2449595" y="2575252"/>
            <a:ext cx="2209531" cy="5481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Main Interface Visible 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D90DC45-81D3-5D23-5238-B3E519860736}"/>
              </a:ext>
            </a:extLst>
          </p:cNvPr>
          <p:cNvCxnSpPr>
            <a:cxnSpLocks/>
            <a:stCxn id="50" idx="2"/>
          </p:cNvCxnSpPr>
          <p:nvPr/>
        </p:nvCxnSpPr>
        <p:spPr>
          <a:xfrm>
            <a:off x="1396048" y="2743216"/>
            <a:ext cx="0" cy="1912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2BAD8F3A-BD95-EB82-5D77-6DEDA21642EB}"/>
              </a:ext>
            </a:extLst>
          </p:cNvPr>
          <p:cNvCxnSpPr>
            <a:cxnSpLocks/>
          </p:cNvCxnSpPr>
          <p:nvPr/>
        </p:nvCxnSpPr>
        <p:spPr>
          <a:xfrm>
            <a:off x="1396048" y="2934485"/>
            <a:ext cx="10535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4F2283A-2B39-8745-2971-A9D130E09BB2}"/>
              </a:ext>
            </a:extLst>
          </p:cNvPr>
          <p:cNvSpPr/>
          <p:nvPr/>
        </p:nvSpPr>
        <p:spPr>
          <a:xfrm>
            <a:off x="10054285" y="1784499"/>
            <a:ext cx="1483334" cy="954056"/>
          </a:xfrm>
          <a:prstGeom prst="roundRect">
            <a:avLst>
              <a:gd name="adj" fmla="val 990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Forgot pass/sign up phone number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E0079813-8BFA-3620-148C-2012D3D4B57B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9816678" y="1594379"/>
            <a:ext cx="979274" cy="29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9BA4808E-299B-8174-1948-81E84C9FEAE2}"/>
              </a:ext>
            </a:extLst>
          </p:cNvPr>
          <p:cNvCxnSpPr>
            <a:cxnSpLocks/>
            <a:endCxn id="82" idx="0"/>
          </p:cNvCxnSpPr>
          <p:nvPr/>
        </p:nvCxnSpPr>
        <p:spPr>
          <a:xfrm>
            <a:off x="10795952" y="1594379"/>
            <a:ext cx="0" cy="190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AAAB68D3-53B0-9487-E11F-DCC747F24A8A}"/>
              </a:ext>
            </a:extLst>
          </p:cNvPr>
          <p:cNvSpPr/>
          <p:nvPr/>
        </p:nvSpPr>
        <p:spPr>
          <a:xfrm>
            <a:off x="7607147" y="2740884"/>
            <a:ext cx="2209531" cy="3825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Create portfolio</a:t>
            </a: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3E76AD3-73BF-30FF-2858-4F77EC4122B5}"/>
              </a:ext>
            </a:extLst>
          </p:cNvPr>
          <p:cNvCxnSpPr>
            <a:cxnSpLocks/>
            <a:stCxn id="82" idx="2"/>
          </p:cNvCxnSpPr>
          <p:nvPr/>
        </p:nvCxnSpPr>
        <p:spPr>
          <a:xfrm>
            <a:off x="10795952" y="2738555"/>
            <a:ext cx="0" cy="1935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4A911DD-2417-ADA4-3F77-C389235C4E68}"/>
              </a:ext>
            </a:extLst>
          </p:cNvPr>
          <p:cNvCxnSpPr>
            <a:cxnSpLocks/>
            <a:stCxn id="93" idx="3"/>
          </p:cNvCxnSpPr>
          <p:nvPr/>
        </p:nvCxnSpPr>
        <p:spPr>
          <a:xfrm>
            <a:off x="9816678" y="2932153"/>
            <a:ext cx="9792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570DE425-28A5-5532-BB26-D16BA4342D6B}"/>
              </a:ext>
            </a:extLst>
          </p:cNvPr>
          <p:cNvCxnSpPr>
            <a:cxnSpLocks/>
            <a:stCxn id="93" idx="2"/>
          </p:cNvCxnSpPr>
          <p:nvPr/>
        </p:nvCxnSpPr>
        <p:spPr>
          <a:xfrm rot="5400000">
            <a:off x="7781458" y="2498545"/>
            <a:ext cx="305578" cy="155533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0BD9638-3DED-4252-9B22-2BD2A88E87C0}"/>
              </a:ext>
            </a:extLst>
          </p:cNvPr>
          <p:cNvSpPr/>
          <p:nvPr/>
        </p:nvSpPr>
        <p:spPr>
          <a:xfrm>
            <a:off x="5344936" y="3056947"/>
            <a:ext cx="1811644" cy="8432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Verification/</a:t>
            </a:r>
          </a:p>
          <a:p>
            <a:pPr algn="ctr"/>
            <a:r>
              <a:rPr lang="en-IN" sz="1600" dirty="0"/>
              <a:t>Active status in main interface</a:t>
            </a:r>
          </a:p>
        </p:txBody>
      </p:sp>
      <p:cxnSp>
        <p:nvCxnSpPr>
          <p:cNvPr id="116" name="Connector: Elbow 115">
            <a:extLst>
              <a:ext uri="{FF2B5EF4-FFF2-40B4-BE49-F238E27FC236}">
                <a16:creationId xmlns:a16="http://schemas.microsoft.com/office/drawing/2014/main" id="{A2CF0CAC-977F-2CBC-7F08-F018783C3041}"/>
              </a:ext>
            </a:extLst>
          </p:cNvPr>
          <p:cNvCxnSpPr>
            <a:cxnSpLocks/>
            <a:stCxn id="115" idx="1"/>
            <a:endCxn id="57" idx="2"/>
          </p:cNvCxnSpPr>
          <p:nvPr/>
        </p:nvCxnSpPr>
        <p:spPr>
          <a:xfrm rot="10800000">
            <a:off x="3554362" y="3123421"/>
            <a:ext cx="1790575" cy="355151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B88BAF3-221C-BAE4-6CCD-BA811ECBF0AF}"/>
              </a:ext>
            </a:extLst>
          </p:cNvPr>
          <p:cNvCxnSpPr>
            <a:cxnSpLocks/>
          </p:cNvCxnSpPr>
          <p:nvPr/>
        </p:nvCxnSpPr>
        <p:spPr>
          <a:xfrm>
            <a:off x="8276253" y="3429000"/>
            <a:ext cx="0" cy="3825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A1B602D-C71A-8252-163C-D5935437EAA9}"/>
              </a:ext>
            </a:extLst>
          </p:cNvPr>
          <p:cNvSpPr/>
          <p:nvPr/>
        </p:nvSpPr>
        <p:spPr>
          <a:xfrm>
            <a:off x="7427167" y="3811539"/>
            <a:ext cx="1735492" cy="93774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Multiple Organizer can listed below </a:t>
            </a:r>
          </a:p>
        </p:txBody>
      </p: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F6A38BD-B340-D59C-089F-24CEE7D30855}"/>
              </a:ext>
            </a:extLst>
          </p:cNvPr>
          <p:cNvCxnSpPr>
            <a:cxnSpLocks/>
          </p:cNvCxnSpPr>
          <p:nvPr/>
        </p:nvCxnSpPr>
        <p:spPr>
          <a:xfrm>
            <a:off x="3331029" y="3123420"/>
            <a:ext cx="0" cy="6228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BA46000-7462-A58D-1677-64EC5D742C29}"/>
              </a:ext>
            </a:extLst>
          </p:cNvPr>
          <p:cNvSpPr/>
          <p:nvPr/>
        </p:nvSpPr>
        <p:spPr>
          <a:xfrm>
            <a:off x="2551323" y="3746283"/>
            <a:ext cx="1735492" cy="10029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User can chose the Organizer according its needs </a:t>
            </a:r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C37D25D2-407E-7A0B-BEE7-2FCBA7766E15}"/>
              </a:ext>
            </a:extLst>
          </p:cNvPr>
          <p:cNvCxnSpPr>
            <a:cxnSpLocks/>
          </p:cNvCxnSpPr>
          <p:nvPr/>
        </p:nvCxnSpPr>
        <p:spPr>
          <a:xfrm>
            <a:off x="3353755" y="4749282"/>
            <a:ext cx="0" cy="331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8DEAA36A-3879-3914-658E-5C09A2EDB8AA}"/>
              </a:ext>
            </a:extLst>
          </p:cNvPr>
          <p:cNvSpPr/>
          <p:nvPr/>
        </p:nvSpPr>
        <p:spPr>
          <a:xfrm>
            <a:off x="2551323" y="5080545"/>
            <a:ext cx="1735492" cy="10029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If user can chose any organizer </a:t>
            </a:r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96038B95-8560-2746-8520-11CBC9273C20}"/>
              </a:ext>
            </a:extLst>
          </p:cNvPr>
          <p:cNvCxnSpPr>
            <a:cxnSpLocks/>
          </p:cNvCxnSpPr>
          <p:nvPr/>
        </p:nvCxnSpPr>
        <p:spPr>
          <a:xfrm>
            <a:off x="9582539" y="3123420"/>
            <a:ext cx="0" cy="1812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angle 150">
            <a:extLst>
              <a:ext uri="{FF2B5EF4-FFF2-40B4-BE49-F238E27FC236}">
                <a16:creationId xmlns:a16="http://schemas.microsoft.com/office/drawing/2014/main" id="{4B999797-57F6-CF20-E2A4-990850FB9419}"/>
              </a:ext>
            </a:extLst>
          </p:cNvPr>
          <p:cNvSpPr/>
          <p:nvPr/>
        </p:nvSpPr>
        <p:spPr>
          <a:xfrm>
            <a:off x="8810254" y="4935894"/>
            <a:ext cx="1660845" cy="114764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It will redirect particular organizer portfolio 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C7BDA11A-202E-E2CF-7B6B-FF19D9B19A43}"/>
              </a:ext>
            </a:extLst>
          </p:cNvPr>
          <p:cNvCxnSpPr>
            <a:cxnSpLocks/>
          </p:cNvCxnSpPr>
          <p:nvPr/>
        </p:nvCxnSpPr>
        <p:spPr>
          <a:xfrm>
            <a:off x="4286815" y="5582044"/>
            <a:ext cx="13208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B379F08C-BD10-0805-29C8-107C8E0A6016}"/>
              </a:ext>
            </a:extLst>
          </p:cNvPr>
          <p:cNvCxnSpPr>
            <a:cxnSpLocks/>
            <a:stCxn id="151" idx="1"/>
          </p:cNvCxnSpPr>
          <p:nvPr/>
        </p:nvCxnSpPr>
        <p:spPr>
          <a:xfrm flipH="1">
            <a:off x="7427167" y="5509719"/>
            <a:ext cx="1383087" cy="14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Oval 161">
            <a:extLst>
              <a:ext uri="{FF2B5EF4-FFF2-40B4-BE49-F238E27FC236}">
                <a16:creationId xmlns:a16="http://schemas.microsoft.com/office/drawing/2014/main" id="{67FFC1E9-EF1A-2309-14B2-DAD4A0225D54}"/>
              </a:ext>
            </a:extLst>
          </p:cNvPr>
          <p:cNvSpPr/>
          <p:nvPr/>
        </p:nvSpPr>
        <p:spPr>
          <a:xfrm>
            <a:off x="5607699" y="5080544"/>
            <a:ext cx="1819468" cy="111731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They contact it/</a:t>
            </a:r>
          </a:p>
          <a:p>
            <a:pPr algn="ctr"/>
            <a:r>
              <a:rPr lang="en-IN" sz="1600" dirty="0"/>
              <a:t>Fix her dial 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39A5231-4EB5-A082-3FC3-3AACFAE78A13}"/>
              </a:ext>
            </a:extLst>
          </p:cNvPr>
          <p:cNvSpPr/>
          <p:nvPr/>
        </p:nvSpPr>
        <p:spPr>
          <a:xfrm>
            <a:off x="0" y="0"/>
            <a:ext cx="2985782" cy="4630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Block Diagram </a:t>
            </a:r>
          </a:p>
        </p:txBody>
      </p:sp>
    </p:spTree>
    <p:extLst>
      <p:ext uri="{BB962C8B-B14F-4D97-AF65-F5344CB8AC3E}">
        <p14:creationId xmlns:p14="http://schemas.microsoft.com/office/powerpoint/2010/main" val="3000478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569BAD-70F8-95A7-2206-C3AA4A0B8A51}"/>
              </a:ext>
            </a:extLst>
          </p:cNvPr>
          <p:cNvSpPr/>
          <p:nvPr/>
        </p:nvSpPr>
        <p:spPr>
          <a:xfrm>
            <a:off x="5859624" y="1156996"/>
            <a:ext cx="643813" cy="5038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08CFA0-AA37-99A3-F09D-CBAF65966EA1}"/>
              </a:ext>
            </a:extLst>
          </p:cNvPr>
          <p:cNvSpPr/>
          <p:nvPr/>
        </p:nvSpPr>
        <p:spPr>
          <a:xfrm>
            <a:off x="5859623" y="2379695"/>
            <a:ext cx="643813" cy="5956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5FB9C0-FEE7-3BA6-67EA-607107AC62F8}"/>
              </a:ext>
            </a:extLst>
          </p:cNvPr>
          <p:cNvSpPr/>
          <p:nvPr/>
        </p:nvSpPr>
        <p:spPr>
          <a:xfrm>
            <a:off x="5859624" y="3648270"/>
            <a:ext cx="643814" cy="5956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C9CC72-79A9-BA04-D8C7-2D42DF1C12CF}"/>
              </a:ext>
            </a:extLst>
          </p:cNvPr>
          <p:cNvCxnSpPr>
            <a:stCxn id="3" idx="3"/>
          </p:cNvCxnSpPr>
          <p:nvPr/>
        </p:nvCxnSpPr>
        <p:spPr>
          <a:xfrm flipV="1">
            <a:off x="6503437" y="1408922"/>
            <a:ext cx="765110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90DB42-EA5D-58F7-1E99-C5315D504E73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5103844" y="2677497"/>
            <a:ext cx="75577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EFB9C31-A9B4-BAD4-C955-5B63623B6805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503438" y="3946072"/>
            <a:ext cx="76510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C08F25-51EB-5C1C-3372-D395E2FCD789}"/>
              </a:ext>
            </a:extLst>
          </p:cNvPr>
          <p:cNvCxnSpPr>
            <a:cxnSpLocks/>
            <a:stCxn id="3" idx="2"/>
            <a:endCxn id="3" idx="2"/>
          </p:cNvCxnSpPr>
          <p:nvPr/>
        </p:nvCxnSpPr>
        <p:spPr>
          <a:xfrm>
            <a:off x="6181531" y="166084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3051508-2E5C-A09F-F99B-4D678EFDBC95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6181530" y="1660849"/>
            <a:ext cx="1" cy="71884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A7E83-BD78-ADF1-6D09-39DB0B1C9162}"/>
              </a:ext>
            </a:extLst>
          </p:cNvPr>
          <p:cNvCxnSpPr>
            <a:cxnSpLocks/>
            <a:stCxn id="4" idx="2"/>
            <a:endCxn id="4" idx="2"/>
          </p:cNvCxnSpPr>
          <p:nvPr/>
        </p:nvCxnSpPr>
        <p:spPr>
          <a:xfrm>
            <a:off x="6181530" y="297529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A9AB4BB-BEC7-3EEB-17D0-02D48450DF1C}"/>
              </a:ext>
            </a:extLst>
          </p:cNvPr>
          <p:cNvCxnSpPr>
            <a:stCxn id="4" idx="2"/>
            <a:endCxn id="4" idx="2"/>
          </p:cNvCxnSpPr>
          <p:nvPr/>
        </p:nvCxnSpPr>
        <p:spPr>
          <a:xfrm>
            <a:off x="6181530" y="297529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4D082B5-AAE4-2DDE-3B8A-1B95EC56C96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181530" y="2975299"/>
            <a:ext cx="1" cy="67297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A4F1C8E-54C8-049C-D6B6-C6C796CFA3F1}"/>
              </a:ext>
            </a:extLst>
          </p:cNvPr>
          <p:cNvSpPr/>
          <p:nvPr/>
        </p:nvSpPr>
        <p:spPr>
          <a:xfrm>
            <a:off x="7380519" y="1082351"/>
            <a:ext cx="2416620" cy="83377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Front End</a:t>
            </a:r>
          </a:p>
          <a:p>
            <a:pPr algn="ctr"/>
            <a:r>
              <a:rPr lang="en-IN" sz="1600" dirty="0"/>
              <a:t>(CSS, html, bootstrap, JavaScript )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26D573F-7CF0-B0D5-1D03-534CD27F492F}"/>
              </a:ext>
            </a:extLst>
          </p:cNvPr>
          <p:cNvSpPr/>
          <p:nvPr/>
        </p:nvSpPr>
        <p:spPr>
          <a:xfrm>
            <a:off x="7380519" y="3590734"/>
            <a:ext cx="2416620" cy="83378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Database</a:t>
            </a:r>
          </a:p>
          <a:p>
            <a:pPr algn="ctr"/>
            <a:r>
              <a:rPr lang="en-IN" sz="1600" dirty="0"/>
              <a:t>(MySQL)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6F56D10-AF90-EF2C-8844-F61CB2BB1541}"/>
              </a:ext>
            </a:extLst>
          </p:cNvPr>
          <p:cNvSpPr/>
          <p:nvPr/>
        </p:nvSpPr>
        <p:spPr>
          <a:xfrm>
            <a:off x="2565922" y="2379694"/>
            <a:ext cx="2416620" cy="79612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+mj-lt"/>
              </a:rPr>
              <a:t>Back End</a:t>
            </a:r>
          </a:p>
          <a:p>
            <a:pPr algn="ctr"/>
            <a:r>
              <a:rPr lang="en-IN" sz="1600" dirty="0">
                <a:latin typeface="+mj-lt"/>
              </a:rPr>
              <a:t>(python, Django</a:t>
            </a:r>
            <a:r>
              <a:rPr lang="en-IN" sz="1600" dirty="0"/>
              <a:t>) </a:t>
            </a: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B06C3666-5F61-54CB-517B-9ACA3473C886}"/>
              </a:ext>
            </a:extLst>
          </p:cNvPr>
          <p:cNvSpPr/>
          <p:nvPr/>
        </p:nvSpPr>
        <p:spPr>
          <a:xfrm>
            <a:off x="0" y="0"/>
            <a:ext cx="4484907" cy="12965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>
                <a:latin typeface="Bahnschrift SemiBold" panose="020B0502040204020203" pitchFamily="34" charset="0"/>
              </a:rPr>
              <a:t>Technology stack of web development </a:t>
            </a:r>
          </a:p>
        </p:txBody>
      </p:sp>
    </p:spTree>
    <p:extLst>
      <p:ext uri="{BB962C8B-B14F-4D97-AF65-F5344CB8AC3E}">
        <p14:creationId xmlns:p14="http://schemas.microsoft.com/office/powerpoint/2010/main" val="2037286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99F78-0783-AF34-2BE5-3A12E3B46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800" b="1" dirty="0">
                <a:latin typeface="Bahnschrift SemiBold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039628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291</TotalTime>
  <Words>369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Bahnschrift SemiBold</vt:lpstr>
      <vt:lpstr>Century Gothic</vt:lpstr>
      <vt:lpstr>Wingdings 3</vt:lpstr>
      <vt:lpstr>Ion Boardroom</vt:lpstr>
      <vt:lpstr> WELCOME </vt:lpstr>
      <vt:lpstr>Web application for wedding Planners  </vt:lpstr>
      <vt:lpstr>PowerPoint Presentation</vt:lpstr>
      <vt:lpstr>In The Brief </vt:lpstr>
      <vt:lpstr>Customer can choose the organizer according her budget we provide the basic methods that are.. </vt:lpstr>
      <vt:lpstr>Objectives for developing this project.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 for wedding Organizers</dc:title>
  <dc:creator>Varsha Mane</dc:creator>
  <cp:lastModifiedBy>Varsha Mane</cp:lastModifiedBy>
  <cp:revision>12</cp:revision>
  <dcterms:created xsi:type="dcterms:W3CDTF">2023-10-24T06:32:56Z</dcterms:created>
  <dcterms:modified xsi:type="dcterms:W3CDTF">2023-11-25T07:50:53Z</dcterms:modified>
</cp:coreProperties>
</file>